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页备注：RI_NOTE_1 不能混入其他页。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页备注：RI_NOTE_2 不能混入其他页。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中文幻灯片 · RI · 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RI means rank indicator. E = mc²</a:t>
            </a:r>
            <a:endParaRPr lang="en-US" sz="2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参数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含义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RI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秩指示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828800"/>
            <a:ext cx="54864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中文幻灯片 · RI · 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RI means rank indicator. E = mc²</a:t>
            </a:r>
            <a:endParaRPr lang="en-US" sz="2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参数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含义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RI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秩指示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828800"/>
            <a:ext cx="5486400" cy="2057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Self-generated reading test</dc:subject>
  <dc:creator>Reader Workbench fixtures</dc:creator>
  <cp:lastModifiedBy>Reader Workbench fixtures</cp:lastModifiedBy>
  <cp:revision>1</cp:revision>
  <dcterms:created xsi:type="dcterms:W3CDTF">2026-10-11T04:06:46Z</dcterms:created>
  <dcterms:modified xsi:type="dcterms:W3CDTF">2026-10-11T04:06:46Z</dcterms:modified>
</cp:coreProperties>
</file>